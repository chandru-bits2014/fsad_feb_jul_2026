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diagrams/data1.xml" ContentType="application/vnd.openxmlformats-officedocument.drawingml.diagramData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diagrams/drawing1.xml" ContentType="application/vnd.ms-office.drawingml.diagramDrawing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5DBF57-1F2D-4911-996F-A0012BB282F1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34CE8A9-FEF9-416C-9563-E529307F8870}">
      <dgm:prSet phldrT="[Text]"/>
      <dgm:spPr/>
      <dgm:t>
        <a:bodyPr/>
        <a:lstStyle/>
        <a:p>
          <a:r>
            <a:rPr lang="en-US" dirty="0"/>
            <a:t>SOAP</a:t>
          </a:r>
          <a:endParaRPr lang="en-IN" dirty="0"/>
        </a:p>
      </dgm:t>
    </dgm:pt>
    <dgm:pt modelId="{1FA69D30-D43F-43B8-AF08-7B52A176F79F}" type="parTrans" cxnId="{1E9CD8BE-28D3-42FE-8858-C19787030C2F}">
      <dgm:prSet/>
      <dgm:spPr/>
      <dgm:t>
        <a:bodyPr/>
        <a:lstStyle/>
        <a:p>
          <a:endParaRPr lang="en-IN"/>
        </a:p>
      </dgm:t>
    </dgm:pt>
    <dgm:pt modelId="{48E6C058-639B-4548-8179-BF59A9BF88A7}" type="sibTrans" cxnId="{1E9CD8BE-28D3-42FE-8858-C19787030C2F}">
      <dgm:prSet/>
      <dgm:spPr/>
      <dgm:t>
        <a:bodyPr/>
        <a:lstStyle/>
        <a:p>
          <a:endParaRPr lang="en-IN"/>
        </a:p>
      </dgm:t>
    </dgm:pt>
    <dgm:pt modelId="{D68893A4-D51A-4763-BD2E-80513A803B51}">
      <dgm:prSet phldrT="[Text]"/>
      <dgm:spPr/>
      <dgm:t>
        <a:bodyPr/>
        <a:lstStyle/>
        <a:p>
          <a:r>
            <a:rPr lang="en-US" dirty="0"/>
            <a:t>Simple Object Access Protocol</a:t>
          </a:r>
          <a:endParaRPr lang="en-IN" dirty="0"/>
        </a:p>
      </dgm:t>
    </dgm:pt>
    <dgm:pt modelId="{38922B5F-3070-42EE-84DA-4C0248B0786E}" type="parTrans" cxnId="{A64754D1-47F9-47D7-8E98-A867DD293D42}">
      <dgm:prSet/>
      <dgm:spPr/>
      <dgm:t>
        <a:bodyPr/>
        <a:lstStyle/>
        <a:p>
          <a:endParaRPr lang="en-IN"/>
        </a:p>
      </dgm:t>
    </dgm:pt>
    <dgm:pt modelId="{212CF5EC-2464-45C0-B6E6-261CA01543C8}" type="sibTrans" cxnId="{A64754D1-47F9-47D7-8E98-A867DD293D42}">
      <dgm:prSet/>
      <dgm:spPr/>
      <dgm:t>
        <a:bodyPr/>
        <a:lstStyle/>
        <a:p>
          <a:endParaRPr lang="en-IN"/>
        </a:p>
      </dgm:t>
    </dgm:pt>
    <dgm:pt modelId="{62BEF440-E616-400A-8091-E37396FD51E5}">
      <dgm:prSet phldrT="[Text]"/>
      <dgm:spPr/>
      <dgm:t>
        <a:bodyPr/>
        <a:lstStyle/>
        <a:p>
          <a:r>
            <a:rPr lang="en-US" dirty="0"/>
            <a:t>Complex with WSDL &amp; WSML</a:t>
          </a:r>
          <a:endParaRPr lang="en-IN" dirty="0"/>
        </a:p>
      </dgm:t>
    </dgm:pt>
    <dgm:pt modelId="{868A2190-47F7-4DCA-9F2B-4A9E53811DC0}" type="parTrans" cxnId="{6539DCA0-E201-43F0-AF01-56031496A5C1}">
      <dgm:prSet/>
      <dgm:spPr/>
      <dgm:t>
        <a:bodyPr/>
        <a:lstStyle/>
        <a:p>
          <a:endParaRPr lang="en-IN"/>
        </a:p>
      </dgm:t>
    </dgm:pt>
    <dgm:pt modelId="{1BBFA5C2-0595-478F-A7B4-57082CEBE801}" type="sibTrans" cxnId="{6539DCA0-E201-43F0-AF01-56031496A5C1}">
      <dgm:prSet/>
      <dgm:spPr/>
      <dgm:t>
        <a:bodyPr/>
        <a:lstStyle/>
        <a:p>
          <a:endParaRPr lang="en-IN"/>
        </a:p>
      </dgm:t>
    </dgm:pt>
    <dgm:pt modelId="{8A82AA42-99D1-48A8-914F-051617507001}">
      <dgm:prSet phldrT="[Text]"/>
      <dgm:spPr/>
      <dgm:t>
        <a:bodyPr/>
        <a:lstStyle/>
        <a:p>
          <a:r>
            <a:rPr lang="en-US" dirty="0"/>
            <a:t>REST</a:t>
          </a:r>
          <a:endParaRPr lang="en-IN" dirty="0"/>
        </a:p>
      </dgm:t>
    </dgm:pt>
    <dgm:pt modelId="{18B165B2-A6A3-4955-9DE5-344BCFE6B00F}" type="parTrans" cxnId="{D8F735DA-2A27-4C36-B938-946D510CE50D}">
      <dgm:prSet/>
      <dgm:spPr/>
      <dgm:t>
        <a:bodyPr/>
        <a:lstStyle/>
        <a:p>
          <a:endParaRPr lang="en-IN"/>
        </a:p>
      </dgm:t>
    </dgm:pt>
    <dgm:pt modelId="{BC7E8EAE-B611-4794-9C69-DEE07C769C3A}" type="sibTrans" cxnId="{D8F735DA-2A27-4C36-B938-946D510CE50D}">
      <dgm:prSet/>
      <dgm:spPr/>
      <dgm:t>
        <a:bodyPr/>
        <a:lstStyle/>
        <a:p>
          <a:endParaRPr lang="en-IN"/>
        </a:p>
      </dgm:t>
    </dgm:pt>
    <dgm:pt modelId="{FCD410DE-0CB3-4953-809C-F837CBD872AB}">
      <dgm:prSet phldrT="[Text]"/>
      <dgm:spPr/>
      <dgm:t>
        <a:bodyPr/>
        <a:lstStyle/>
        <a:p>
          <a:r>
            <a:rPr lang="en-US" dirty="0"/>
            <a:t>Uses Plain Http</a:t>
          </a:r>
          <a:endParaRPr lang="en-IN" dirty="0"/>
        </a:p>
      </dgm:t>
    </dgm:pt>
    <dgm:pt modelId="{03993827-EB0F-45C5-BA06-C218FB415978}" type="parTrans" cxnId="{0EA22182-75FE-4341-B93E-A5B4D9A0D506}">
      <dgm:prSet/>
      <dgm:spPr/>
      <dgm:t>
        <a:bodyPr/>
        <a:lstStyle/>
        <a:p>
          <a:endParaRPr lang="en-IN"/>
        </a:p>
      </dgm:t>
    </dgm:pt>
    <dgm:pt modelId="{EAE83DCE-78DF-48C4-AAE7-CAF282883F3D}" type="sibTrans" cxnId="{0EA22182-75FE-4341-B93E-A5B4D9A0D506}">
      <dgm:prSet/>
      <dgm:spPr/>
      <dgm:t>
        <a:bodyPr/>
        <a:lstStyle/>
        <a:p>
          <a:endParaRPr lang="en-IN"/>
        </a:p>
      </dgm:t>
    </dgm:pt>
    <dgm:pt modelId="{476154DB-8899-4931-B591-58F39B68E325}">
      <dgm:prSet phldrT="[Text]"/>
      <dgm:spPr/>
      <dgm:t>
        <a:bodyPr/>
        <a:lstStyle/>
        <a:p>
          <a:r>
            <a:rPr lang="en-US" dirty="0"/>
            <a:t>Stateless</a:t>
          </a:r>
          <a:endParaRPr lang="en-IN" dirty="0"/>
        </a:p>
      </dgm:t>
    </dgm:pt>
    <dgm:pt modelId="{A73E3494-6B9F-4EF0-B456-FE6B4A3D2CAB}" type="parTrans" cxnId="{1C7983E0-3DB9-4F27-86A5-6A78B810B67C}">
      <dgm:prSet/>
      <dgm:spPr/>
      <dgm:t>
        <a:bodyPr/>
        <a:lstStyle/>
        <a:p>
          <a:endParaRPr lang="en-IN"/>
        </a:p>
      </dgm:t>
    </dgm:pt>
    <dgm:pt modelId="{E89778B3-B83F-4412-BD92-4119802BB48B}" type="sibTrans" cxnId="{1C7983E0-3DB9-4F27-86A5-6A78B810B67C}">
      <dgm:prSet/>
      <dgm:spPr/>
      <dgm:t>
        <a:bodyPr/>
        <a:lstStyle/>
        <a:p>
          <a:endParaRPr lang="en-IN"/>
        </a:p>
      </dgm:t>
    </dgm:pt>
    <dgm:pt modelId="{8107245E-9946-4162-A8FD-9DDABFE41954}">
      <dgm:prSet phldrT="[Text]"/>
      <dgm:spPr/>
      <dgm:t>
        <a:bodyPr/>
        <a:lstStyle/>
        <a:p>
          <a:r>
            <a:rPr lang="en-US" dirty="0"/>
            <a:t>Exchange through XML</a:t>
          </a:r>
          <a:endParaRPr lang="en-IN" dirty="0"/>
        </a:p>
      </dgm:t>
    </dgm:pt>
    <dgm:pt modelId="{18E7ED31-A232-4C60-82ED-D7EED39EB63E}" type="parTrans" cxnId="{40845174-F36A-4305-9824-F390B915167E}">
      <dgm:prSet/>
      <dgm:spPr/>
    </dgm:pt>
    <dgm:pt modelId="{F897062E-7BE1-49AB-AA26-985C204459C3}" type="sibTrans" cxnId="{40845174-F36A-4305-9824-F390B915167E}">
      <dgm:prSet/>
      <dgm:spPr/>
    </dgm:pt>
    <dgm:pt modelId="{2541AE22-89A1-4649-B0C9-5781AB92E46D}">
      <dgm:prSet phldrT="[Text]"/>
      <dgm:spPr/>
      <dgm:t>
        <a:bodyPr/>
        <a:lstStyle/>
        <a:p>
          <a:r>
            <a:rPr lang="en-US" dirty="0"/>
            <a:t>Uses Modified Http</a:t>
          </a:r>
          <a:endParaRPr lang="en-IN" dirty="0"/>
        </a:p>
      </dgm:t>
    </dgm:pt>
    <dgm:pt modelId="{2CE90F1E-21BB-4AF0-86E4-B105ED700DCE}" type="parTrans" cxnId="{76AE0BD2-A8C7-4CE3-9646-9F163C7B7570}">
      <dgm:prSet/>
      <dgm:spPr/>
    </dgm:pt>
    <dgm:pt modelId="{5ED76EEE-B60D-427F-A7E2-5EAD1CD2F779}" type="sibTrans" cxnId="{76AE0BD2-A8C7-4CE3-9646-9F163C7B7570}">
      <dgm:prSet/>
      <dgm:spPr/>
    </dgm:pt>
    <dgm:pt modelId="{BAFB1919-3888-410C-A949-245ED31D60E4}">
      <dgm:prSet phldrT="[Text]"/>
      <dgm:spPr/>
      <dgm:t>
        <a:bodyPr/>
        <a:lstStyle/>
        <a:p>
          <a:r>
            <a:rPr lang="en-US" dirty="0"/>
            <a:t>Exchange through JSON / XML</a:t>
          </a:r>
          <a:endParaRPr lang="en-IN" dirty="0"/>
        </a:p>
      </dgm:t>
    </dgm:pt>
    <dgm:pt modelId="{93A03C0F-EDCF-4B2E-869B-A0DF0FFF00BD}" type="parTrans" cxnId="{1FC5D257-0BCF-4333-BBC7-F85674C40FA3}">
      <dgm:prSet/>
      <dgm:spPr/>
    </dgm:pt>
    <dgm:pt modelId="{7D8B3035-6227-4C47-8349-71DF7A80BCBC}" type="sibTrans" cxnId="{1FC5D257-0BCF-4333-BBC7-F85674C40FA3}">
      <dgm:prSet/>
      <dgm:spPr/>
    </dgm:pt>
    <dgm:pt modelId="{4495FA51-EF47-48E5-A5D6-2A9842AD7637}">
      <dgm:prSet phldrT="[Text]"/>
      <dgm:spPr/>
      <dgm:t>
        <a:bodyPr/>
        <a:lstStyle/>
        <a:p>
          <a:r>
            <a:rPr lang="en-US" dirty="0"/>
            <a:t>REST itself is an Architectural style implementing parent Style SOA</a:t>
          </a:r>
          <a:endParaRPr lang="en-IN" dirty="0"/>
        </a:p>
      </dgm:t>
    </dgm:pt>
    <dgm:pt modelId="{EC538ABC-1381-4C10-AFFC-EFBAE89D9BE8}" type="parTrans" cxnId="{08D6502E-35DD-4602-A568-41CC32016E32}">
      <dgm:prSet/>
      <dgm:spPr/>
    </dgm:pt>
    <dgm:pt modelId="{5A88428B-628A-4AA2-A6A9-E2856B0F31F8}" type="sibTrans" cxnId="{08D6502E-35DD-4602-A568-41CC32016E32}">
      <dgm:prSet/>
      <dgm:spPr/>
    </dgm:pt>
    <dgm:pt modelId="{681F2789-CE41-488D-A621-4F2854599DCB}" type="pres">
      <dgm:prSet presAssocID="{8F5DBF57-1F2D-4911-996F-A0012BB282F1}" presName="Name0" presStyleCnt="0">
        <dgm:presLayoutVars>
          <dgm:dir/>
          <dgm:animLvl val="lvl"/>
          <dgm:resizeHandles/>
        </dgm:presLayoutVars>
      </dgm:prSet>
      <dgm:spPr/>
    </dgm:pt>
    <dgm:pt modelId="{5A1D566B-F329-4FF5-92B8-1FCC453308B1}" type="pres">
      <dgm:prSet presAssocID="{434CE8A9-FEF9-416C-9563-E529307F8870}" presName="linNode" presStyleCnt="0"/>
      <dgm:spPr/>
    </dgm:pt>
    <dgm:pt modelId="{6B766BFE-C7B6-4212-B051-62D6267A6A28}" type="pres">
      <dgm:prSet presAssocID="{434CE8A9-FEF9-416C-9563-E529307F8870}" presName="parentShp" presStyleLbl="node1" presStyleIdx="0" presStyleCnt="2">
        <dgm:presLayoutVars>
          <dgm:bulletEnabled val="1"/>
        </dgm:presLayoutVars>
      </dgm:prSet>
      <dgm:spPr/>
    </dgm:pt>
    <dgm:pt modelId="{52F98CA9-E71C-4D77-9910-67953459DEB4}" type="pres">
      <dgm:prSet presAssocID="{434CE8A9-FEF9-416C-9563-E529307F8870}" presName="childShp" presStyleLbl="bgAccFollowNode1" presStyleIdx="0" presStyleCnt="2">
        <dgm:presLayoutVars>
          <dgm:bulletEnabled val="1"/>
        </dgm:presLayoutVars>
      </dgm:prSet>
      <dgm:spPr/>
    </dgm:pt>
    <dgm:pt modelId="{A41B3232-92F4-480F-9E96-CA2C1D897CD6}" type="pres">
      <dgm:prSet presAssocID="{48E6C058-639B-4548-8179-BF59A9BF88A7}" presName="spacing" presStyleCnt="0"/>
      <dgm:spPr/>
    </dgm:pt>
    <dgm:pt modelId="{04FABE03-4484-416C-8C55-58719C804F46}" type="pres">
      <dgm:prSet presAssocID="{8A82AA42-99D1-48A8-914F-051617507001}" presName="linNode" presStyleCnt="0"/>
      <dgm:spPr/>
    </dgm:pt>
    <dgm:pt modelId="{BC0C8215-BA63-498F-B3EF-129E27CC8C7F}" type="pres">
      <dgm:prSet presAssocID="{8A82AA42-99D1-48A8-914F-051617507001}" presName="parentShp" presStyleLbl="node1" presStyleIdx="1" presStyleCnt="2">
        <dgm:presLayoutVars>
          <dgm:bulletEnabled val="1"/>
        </dgm:presLayoutVars>
      </dgm:prSet>
      <dgm:spPr/>
    </dgm:pt>
    <dgm:pt modelId="{0EF7F703-38CB-438C-B5A9-29AC7B0B7AE2}" type="pres">
      <dgm:prSet presAssocID="{8A82AA42-99D1-48A8-914F-051617507001}" presName="childShp" presStyleLbl="bgAccFollowNode1" presStyleIdx="1" presStyleCnt="2">
        <dgm:presLayoutVars>
          <dgm:bulletEnabled val="1"/>
        </dgm:presLayoutVars>
      </dgm:prSet>
      <dgm:spPr/>
    </dgm:pt>
  </dgm:ptLst>
  <dgm:cxnLst>
    <dgm:cxn modelId="{57B55202-650E-41F2-A003-BD353021D976}" type="presOf" srcId="{8F5DBF57-1F2D-4911-996F-A0012BB282F1}" destId="{681F2789-CE41-488D-A621-4F2854599DCB}" srcOrd="0" destOrd="0" presId="urn:microsoft.com/office/officeart/2005/8/layout/vList6"/>
    <dgm:cxn modelId="{4D716C14-ABCE-4B65-B751-33B87F431A3A}" type="presOf" srcId="{62BEF440-E616-400A-8091-E37396FD51E5}" destId="{52F98CA9-E71C-4D77-9910-67953459DEB4}" srcOrd="0" destOrd="1" presId="urn:microsoft.com/office/officeart/2005/8/layout/vList6"/>
    <dgm:cxn modelId="{3CE0F315-5492-4480-B345-C214F16C8AF9}" type="presOf" srcId="{434CE8A9-FEF9-416C-9563-E529307F8870}" destId="{6B766BFE-C7B6-4212-B051-62D6267A6A28}" srcOrd="0" destOrd="0" presId="urn:microsoft.com/office/officeart/2005/8/layout/vList6"/>
    <dgm:cxn modelId="{B9DC741B-B2CF-452E-AB59-6E81A6DD48E0}" type="presOf" srcId="{D68893A4-D51A-4763-BD2E-80513A803B51}" destId="{52F98CA9-E71C-4D77-9910-67953459DEB4}" srcOrd="0" destOrd="0" presId="urn:microsoft.com/office/officeart/2005/8/layout/vList6"/>
    <dgm:cxn modelId="{08D6502E-35DD-4602-A568-41CC32016E32}" srcId="{8A82AA42-99D1-48A8-914F-051617507001}" destId="{4495FA51-EF47-48E5-A5D6-2A9842AD7637}" srcOrd="3" destOrd="0" parTransId="{EC538ABC-1381-4C10-AFFC-EFBAE89D9BE8}" sibTransId="{5A88428B-628A-4AA2-A6A9-E2856B0F31F8}"/>
    <dgm:cxn modelId="{C2860939-0777-415F-83F4-021CDA8667E3}" type="presOf" srcId="{8A82AA42-99D1-48A8-914F-051617507001}" destId="{BC0C8215-BA63-498F-B3EF-129E27CC8C7F}" srcOrd="0" destOrd="0" presId="urn:microsoft.com/office/officeart/2005/8/layout/vList6"/>
    <dgm:cxn modelId="{41A0C53B-C45C-4F32-B332-714B779426F3}" type="presOf" srcId="{BAFB1919-3888-410C-A949-245ED31D60E4}" destId="{0EF7F703-38CB-438C-B5A9-29AC7B0B7AE2}" srcOrd="0" destOrd="1" presId="urn:microsoft.com/office/officeart/2005/8/layout/vList6"/>
    <dgm:cxn modelId="{1BC5C86E-89B0-467E-A411-800F05A7F0E2}" type="presOf" srcId="{FCD410DE-0CB3-4953-809C-F837CBD872AB}" destId="{0EF7F703-38CB-438C-B5A9-29AC7B0B7AE2}" srcOrd="0" destOrd="0" presId="urn:microsoft.com/office/officeart/2005/8/layout/vList6"/>
    <dgm:cxn modelId="{B0C96D70-B6A3-4F6A-831D-5083B57D9ACD}" type="presOf" srcId="{8107245E-9946-4162-A8FD-9DDABFE41954}" destId="{52F98CA9-E71C-4D77-9910-67953459DEB4}" srcOrd="0" destOrd="2" presId="urn:microsoft.com/office/officeart/2005/8/layout/vList6"/>
    <dgm:cxn modelId="{40845174-F36A-4305-9824-F390B915167E}" srcId="{434CE8A9-FEF9-416C-9563-E529307F8870}" destId="{8107245E-9946-4162-A8FD-9DDABFE41954}" srcOrd="2" destOrd="0" parTransId="{18E7ED31-A232-4C60-82ED-D7EED39EB63E}" sibTransId="{F897062E-7BE1-49AB-AA26-985C204459C3}"/>
    <dgm:cxn modelId="{C88F9C56-84F1-47B6-B271-934E31810EA9}" type="presOf" srcId="{4495FA51-EF47-48E5-A5D6-2A9842AD7637}" destId="{0EF7F703-38CB-438C-B5A9-29AC7B0B7AE2}" srcOrd="0" destOrd="3" presId="urn:microsoft.com/office/officeart/2005/8/layout/vList6"/>
    <dgm:cxn modelId="{1FC5D257-0BCF-4333-BBC7-F85674C40FA3}" srcId="{8A82AA42-99D1-48A8-914F-051617507001}" destId="{BAFB1919-3888-410C-A949-245ED31D60E4}" srcOrd="1" destOrd="0" parTransId="{93A03C0F-EDCF-4B2E-869B-A0DF0FFF00BD}" sibTransId="{7D8B3035-6227-4C47-8349-71DF7A80BCBC}"/>
    <dgm:cxn modelId="{0EA22182-75FE-4341-B93E-A5B4D9A0D506}" srcId="{8A82AA42-99D1-48A8-914F-051617507001}" destId="{FCD410DE-0CB3-4953-809C-F837CBD872AB}" srcOrd="0" destOrd="0" parTransId="{03993827-EB0F-45C5-BA06-C218FB415978}" sibTransId="{EAE83DCE-78DF-48C4-AAE7-CAF282883F3D}"/>
    <dgm:cxn modelId="{6539DCA0-E201-43F0-AF01-56031496A5C1}" srcId="{434CE8A9-FEF9-416C-9563-E529307F8870}" destId="{62BEF440-E616-400A-8091-E37396FD51E5}" srcOrd="1" destOrd="0" parTransId="{868A2190-47F7-4DCA-9F2B-4A9E53811DC0}" sibTransId="{1BBFA5C2-0595-478F-A7B4-57082CEBE801}"/>
    <dgm:cxn modelId="{5E82EAA0-70D5-4F2A-835A-33449A6F5C21}" type="presOf" srcId="{2541AE22-89A1-4649-B0C9-5781AB92E46D}" destId="{52F98CA9-E71C-4D77-9910-67953459DEB4}" srcOrd="0" destOrd="3" presId="urn:microsoft.com/office/officeart/2005/8/layout/vList6"/>
    <dgm:cxn modelId="{B96DA6A3-CC62-4338-AC67-946E4D881A10}" type="presOf" srcId="{476154DB-8899-4931-B591-58F39B68E325}" destId="{0EF7F703-38CB-438C-B5A9-29AC7B0B7AE2}" srcOrd="0" destOrd="2" presId="urn:microsoft.com/office/officeart/2005/8/layout/vList6"/>
    <dgm:cxn modelId="{1E9CD8BE-28D3-42FE-8858-C19787030C2F}" srcId="{8F5DBF57-1F2D-4911-996F-A0012BB282F1}" destId="{434CE8A9-FEF9-416C-9563-E529307F8870}" srcOrd="0" destOrd="0" parTransId="{1FA69D30-D43F-43B8-AF08-7B52A176F79F}" sibTransId="{48E6C058-639B-4548-8179-BF59A9BF88A7}"/>
    <dgm:cxn modelId="{A64754D1-47F9-47D7-8E98-A867DD293D42}" srcId="{434CE8A9-FEF9-416C-9563-E529307F8870}" destId="{D68893A4-D51A-4763-BD2E-80513A803B51}" srcOrd="0" destOrd="0" parTransId="{38922B5F-3070-42EE-84DA-4C0248B0786E}" sibTransId="{212CF5EC-2464-45C0-B6E6-261CA01543C8}"/>
    <dgm:cxn modelId="{76AE0BD2-A8C7-4CE3-9646-9F163C7B7570}" srcId="{434CE8A9-FEF9-416C-9563-E529307F8870}" destId="{2541AE22-89A1-4649-B0C9-5781AB92E46D}" srcOrd="3" destOrd="0" parTransId="{2CE90F1E-21BB-4AF0-86E4-B105ED700DCE}" sibTransId="{5ED76EEE-B60D-427F-A7E2-5EAD1CD2F779}"/>
    <dgm:cxn modelId="{D8F735DA-2A27-4C36-B938-946D510CE50D}" srcId="{8F5DBF57-1F2D-4911-996F-A0012BB282F1}" destId="{8A82AA42-99D1-48A8-914F-051617507001}" srcOrd="1" destOrd="0" parTransId="{18B165B2-A6A3-4955-9DE5-344BCFE6B00F}" sibTransId="{BC7E8EAE-B611-4794-9C69-DEE07C769C3A}"/>
    <dgm:cxn modelId="{1C7983E0-3DB9-4F27-86A5-6A78B810B67C}" srcId="{8A82AA42-99D1-48A8-914F-051617507001}" destId="{476154DB-8899-4931-B591-58F39B68E325}" srcOrd="2" destOrd="0" parTransId="{A73E3494-6B9F-4EF0-B456-FE6B4A3D2CAB}" sibTransId="{E89778B3-B83F-4412-BD92-4119802BB48B}"/>
    <dgm:cxn modelId="{65A6944D-B675-4108-8EE0-26AB3582BF08}" type="presParOf" srcId="{681F2789-CE41-488D-A621-4F2854599DCB}" destId="{5A1D566B-F329-4FF5-92B8-1FCC453308B1}" srcOrd="0" destOrd="0" presId="urn:microsoft.com/office/officeart/2005/8/layout/vList6"/>
    <dgm:cxn modelId="{2C64F7DF-9DFE-4FD7-8B8E-F250CEB7C6A3}" type="presParOf" srcId="{5A1D566B-F329-4FF5-92B8-1FCC453308B1}" destId="{6B766BFE-C7B6-4212-B051-62D6267A6A28}" srcOrd="0" destOrd="0" presId="urn:microsoft.com/office/officeart/2005/8/layout/vList6"/>
    <dgm:cxn modelId="{128A9B7A-AFEF-47E6-B605-B40FDE0373E5}" type="presParOf" srcId="{5A1D566B-F329-4FF5-92B8-1FCC453308B1}" destId="{52F98CA9-E71C-4D77-9910-67953459DEB4}" srcOrd="1" destOrd="0" presId="urn:microsoft.com/office/officeart/2005/8/layout/vList6"/>
    <dgm:cxn modelId="{88632249-22A9-4B60-BDFF-E6E31760542D}" type="presParOf" srcId="{681F2789-CE41-488D-A621-4F2854599DCB}" destId="{A41B3232-92F4-480F-9E96-CA2C1D897CD6}" srcOrd="1" destOrd="0" presId="urn:microsoft.com/office/officeart/2005/8/layout/vList6"/>
    <dgm:cxn modelId="{D3A2C415-059A-4A67-BC29-EC2871CB75AE}" type="presParOf" srcId="{681F2789-CE41-488D-A621-4F2854599DCB}" destId="{04FABE03-4484-416C-8C55-58719C804F46}" srcOrd="2" destOrd="0" presId="urn:microsoft.com/office/officeart/2005/8/layout/vList6"/>
    <dgm:cxn modelId="{0E382695-D624-48EB-96AD-BD01A1FF9525}" type="presParOf" srcId="{04FABE03-4484-416C-8C55-58719C804F46}" destId="{BC0C8215-BA63-498F-B3EF-129E27CC8C7F}" srcOrd="0" destOrd="0" presId="urn:microsoft.com/office/officeart/2005/8/layout/vList6"/>
    <dgm:cxn modelId="{907FFF05-C198-4804-B436-AC1F1214E8BB}" type="presParOf" srcId="{04FABE03-4484-416C-8C55-58719C804F46}" destId="{0EF7F703-38CB-438C-B5A9-29AC7B0B7AE2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F98CA9-E71C-4D77-9910-67953459DEB4}">
      <dsp:nvSpPr>
        <dsp:cNvPr id="0" name=""/>
        <dsp:cNvSpPr/>
      </dsp:nvSpPr>
      <dsp:spPr>
        <a:xfrm>
          <a:off x="3566159" y="461"/>
          <a:ext cx="5349240" cy="179872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Simple Object Access Protocol</a:t>
          </a:r>
          <a:endParaRPr lang="en-I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Complex with WSDL &amp; WSML</a:t>
          </a:r>
          <a:endParaRPr lang="en-I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Exchange through XML</a:t>
          </a:r>
          <a:endParaRPr lang="en-I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Uses Modified Http</a:t>
          </a:r>
          <a:endParaRPr lang="en-IN" sz="1700" kern="1200" dirty="0"/>
        </a:p>
      </dsp:txBody>
      <dsp:txXfrm>
        <a:off x="3566159" y="225302"/>
        <a:ext cx="4674717" cy="1349045"/>
      </dsp:txXfrm>
    </dsp:sp>
    <dsp:sp modelId="{6B766BFE-C7B6-4212-B051-62D6267A6A28}">
      <dsp:nvSpPr>
        <dsp:cNvPr id="0" name=""/>
        <dsp:cNvSpPr/>
      </dsp:nvSpPr>
      <dsp:spPr>
        <a:xfrm>
          <a:off x="0" y="461"/>
          <a:ext cx="3566160" cy="17987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SOAP</a:t>
          </a:r>
          <a:endParaRPr lang="en-IN" sz="6500" kern="1200" dirty="0"/>
        </a:p>
      </dsp:txBody>
      <dsp:txXfrm>
        <a:off x="87807" y="88268"/>
        <a:ext cx="3390546" cy="1623113"/>
      </dsp:txXfrm>
    </dsp:sp>
    <dsp:sp modelId="{0EF7F703-38CB-438C-B5A9-29AC7B0B7AE2}">
      <dsp:nvSpPr>
        <dsp:cNvPr id="0" name=""/>
        <dsp:cNvSpPr/>
      </dsp:nvSpPr>
      <dsp:spPr>
        <a:xfrm>
          <a:off x="3566159" y="1979061"/>
          <a:ext cx="5349240" cy="179872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Uses Plain Http</a:t>
          </a:r>
          <a:endParaRPr lang="en-I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Exchange through JSON / XML</a:t>
          </a:r>
          <a:endParaRPr lang="en-I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Stateless</a:t>
          </a:r>
          <a:endParaRPr lang="en-I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REST itself is an Architectural style implementing parent Style SOA</a:t>
          </a:r>
          <a:endParaRPr lang="en-IN" sz="1700" kern="1200" dirty="0"/>
        </a:p>
      </dsp:txBody>
      <dsp:txXfrm>
        <a:off x="3566159" y="2203902"/>
        <a:ext cx="4674717" cy="1349045"/>
      </dsp:txXfrm>
    </dsp:sp>
    <dsp:sp modelId="{BC0C8215-BA63-498F-B3EF-129E27CC8C7F}">
      <dsp:nvSpPr>
        <dsp:cNvPr id="0" name=""/>
        <dsp:cNvSpPr/>
      </dsp:nvSpPr>
      <dsp:spPr>
        <a:xfrm>
          <a:off x="0" y="1979061"/>
          <a:ext cx="3566160" cy="17987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REST</a:t>
          </a:r>
          <a:endParaRPr lang="en-IN" sz="6500" kern="1200" dirty="0"/>
        </a:p>
      </dsp:txBody>
      <dsp:txXfrm>
        <a:off x="87807" y="2066868"/>
        <a:ext cx="3390546" cy="16231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2589120" y="2133720"/>
            <a:ext cx="8915040" cy="37771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8915040" cy="377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4350240" cy="377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7157160" y="2133720"/>
            <a:ext cx="4350240" cy="377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ubTitle"/>
          </p:nvPr>
        </p:nvSpPr>
        <p:spPr>
          <a:xfrm>
            <a:off x="2593080" y="624240"/>
            <a:ext cx="8911440" cy="59371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43502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7157160" y="2133720"/>
            <a:ext cx="4350240" cy="377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2589120" y="4106520"/>
            <a:ext cx="43502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4350240" cy="377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7157160" y="2133720"/>
            <a:ext cx="43502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7157160" y="4106520"/>
            <a:ext cx="43502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43502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7157160" y="2133720"/>
            <a:ext cx="43502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2589120" y="4106520"/>
            <a:ext cx="89150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89150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2589120" y="4106520"/>
            <a:ext cx="89150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43502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7157160" y="2133720"/>
            <a:ext cx="43502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2589120" y="4106520"/>
            <a:ext cx="43502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7157160" y="4106520"/>
            <a:ext cx="43502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287028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5603400" y="2133720"/>
            <a:ext cx="287028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8617320" y="2133720"/>
            <a:ext cx="287028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2589120" y="4106520"/>
            <a:ext cx="287028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body"/>
          </p:nvPr>
        </p:nvSpPr>
        <p:spPr>
          <a:xfrm>
            <a:off x="5603400" y="4106520"/>
            <a:ext cx="287028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8" name="PlaceHolder 7"/>
          <p:cNvSpPr>
            <a:spLocks noGrp="1"/>
          </p:cNvSpPr>
          <p:nvPr>
            <p:ph type="body"/>
          </p:nvPr>
        </p:nvSpPr>
        <p:spPr>
          <a:xfrm>
            <a:off x="8617320" y="4106520"/>
            <a:ext cx="287028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2589120" y="2133720"/>
            <a:ext cx="8915040" cy="37771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8915040" cy="377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4350240" cy="377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7157160" y="2133720"/>
            <a:ext cx="4350240" cy="377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ubTitle"/>
          </p:nvPr>
        </p:nvSpPr>
        <p:spPr>
          <a:xfrm>
            <a:off x="2593080" y="624240"/>
            <a:ext cx="8911440" cy="59371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43502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7157160" y="2133720"/>
            <a:ext cx="4350240" cy="377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2589120" y="4106520"/>
            <a:ext cx="43502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4350240" cy="3777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7157160" y="2133720"/>
            <a:ext cx="43502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7157160" y="4106520"/>
            <a:ext cx="43502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43502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7157160" y="2133720"/>
            <a:ext cx="43502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2589120" y="4106520"/>
            <a:ext cx="89150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89150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2589120" y="4106520"/>
            <a:ext cx="89150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43502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7157160" y="2133720"/>
            <a:ext cx="43502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body"/>
          </p:nvPr>
        </p:nvSpPr>
        <p:spPr>
          <a:xfrm>
            <a:off x="2589120" y="4106520"/>
            <a:ext cx="43502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body"/>
          </p:nvPr>
        </p:nvSpPr>
        <p:spPr>
          <a:xfrm>
            <a:off x="7157160" y="4106520"/>
            <a:ext cx="435024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287028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5603400" y="2133720"/>
            <a:ext cx="287028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body"/>
          </p:nvPr>
        </p:nvSpPr>
        <p:spPr>
          <a:xfrm>
            <a:off x="8617320" y="2133720"/>
            <a:ext cx="287028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body"/>
          </p:nvPr>
        </p:nvSpPr>
        <p:spPr>
          <a:xfrm>
            <a:off x="2589120" y="4106520"/>
            <a:ext cx="287028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 type="body"/>
          </p:nvPr>
        </p:nvSpPr>
        <p:spPr>
          <a:xfrm>
            <a:off x="5603400" y="4106520"/>
            <a:ext cx="287028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 type="body"/>
          </p:nvPr>
        </p:nvSpPr>
        <p:spPr>
          <a:xfrm>
            <a:off x="8617320" y="4106520"/>
            <a:ext cx="2870280" cy="1801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1"/>
          <p:cNvGrpSpPr/>
          <p:nvPr/>
        </p:nvGrpSpPr>
        <p:grpSpPr>
          <a:xfrm>
            <a:off x="0" y="228600"/>
            <a:ext cx="2851200" cy="6638400"/>
            <a:chOff x="0" y="228600"/>
            <a:chExt cx="2851200" cy="6638400"/>
          </a:xfrm>
        </p:grpSpPr>
        <p:sp>
          <p:nvSpPr>
            <p:cNvPr id="1" name="CustomShape 2"/>
            <p:cNvSpPr/>
            <p:nvPr/>
          </p:nvSpPr>
          <p:spPr>
            <a:xfrm>
              <a:off x="0" y="2575080"/>
              <a:ext cx="100440" cy="625680"/>
            </a:xfrm>
            <a:custGeom>
              <a:avLst/>
              <a:gdLst/>
              <a:ahLst/>
              <a:rect l="l" t="t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/>
            <a:fillRef idx="0"/>
            <a:effectRef idx="0"/>
            <a:fontRef idx="minor"/>
          </p:style>
        </p:sp>
        <p:sp>
          <p:nvSpPr>
            <p:cNvPr id="2" name="CustomShape 3"/>
            <p:cNvSpPr/>
            <p:nvPr/>
          </p:nvSpPr>
          <p:spPr>
            <a:xfrm>
              <a:off x="128520" y="3156480"/>
              <a:ext cx="646200" cy="2322000"/>
            </a:xfrm>
            <a:custGeom>
              <a:avLst/>
              <a:gdLst/>
              <a:ahLst/>
              <a:rect l="l" t="t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" name="CustomShape 4"/>
            <p:cNvSpPr/>
            <p:nvPr/>
          </p:nvSpPr>
          <p:spPr>
            <a:xfrm>
              <a:off x="807120" y="5447160"/>
              <a:ext cx="609120" cy="1419840"/>
            </a:xfrm>
            <a:custGeom>
              <a:avLst/>
              <a:gdLst/>
              <a:ahLst/>
              <a:rect l="l" t="t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CustomShape 5"/>
            <p:cNvSpPr/>
            <p:nvPr/>
          </p:nvSpPr>
          <p:spPr>
            <a:xfrm>
              <a:off x="959760" y="6503760"/>
              <a:ext cx="171000" cy="363240"/>
            </a:xfrm>
            <a:custGeom>
              <a:avLst/>
              <a:gdLst/>
              <a:ahLst/>
              <a:rect l="l" t="t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CustomShape 6"/>
            <p:cNvSpPr/>
            <p:nvPr/>
          </p:nvSpPr>
          <p:spPr>
            <a:xfrm>
              <a:off x="100800" y="3201120"/>
              <a:ext cx="821520" cy="3328200"/>
            </a:xfrm>
            <a:custGeom>
              <a:avLst/>
              <a:gdLst/>
              <a:ahLst/>
              <a:rect l="l" t="t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" name="CustomShape 7"/>
            <p:cNvSpPr/>
            <p:nvPr/>
          </p:nvSpPr>
          <p:spPr>
            <a:xfrm>
              <a:off x="22320" y="228600"/>
              <a:ext cx="105840" cy="2927520"/>
            </a:xfrm>
            <a:custGeom>
              <a:avLst/>
              <a:gdLst/>
              <a:ahLst/>
              <a:rect l="l" t="t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" name="CustomShape 8"/>
            <p:cNvSpPr/>
            <p:nvPr/>
          </p:nvSpPr>
          <p:spPr>
            <a:xfrm>
              <a:off x="78120" y="2944080"/>
              <a:ext cx="77760" cy="49356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CustomShape 9"/>
            <p:cNvSpPr/>
            <p:nvPr/>
          </p:nvSpPr>
          <p:spPr>
            <a:xfrm>
              <a:off x="769680" y="5478840"/>
              <a:ext cx="189720" cy="1024560"/>
            </a:xfrm>
            <a:custGeom>
              <a:avLst/>
              <a:gdLst/>
              <a:ahLst/>
              <a:rect l="l" t="t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" name="CustomShape 10"/>
            <p:cNvSpPr/>
            <p:nvPr/>
          </p:nvSpPr>
          <p:spPr>
            <a:xfrm>
              <a:off x="775440" y="1398960"/>
              <a:ext cx="2075760" cy="4047840"/>
            </a:xfrm>
            <a:custGeom>
              <a:avLst/>
              <a:gdLst/>
              <a:ahLst/>
              <a:rect l="l" t="t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" name="CustomShape 11"/>
            <p:cNvSpPr/>
            <p:nvPr/>
          </p:nvSpPr>
          <p:spPr>
            <a:xfrm>
              <a:off x="922680" y="6530040"/>
              <a:ext cx="161640" cy="336960"/>
            </a:xfrm>
            <a:custGeom>
              <a:avLst/>
              <a:gdLst/>
              <a:ahLst/>
              <a:rect l="l" t="t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" name="CustomShape 12"/>
            <p:cNvSpPr/>
            <p:nvPr/>
          </p:nvSpPr>
          <p:spPr>
            <a:xfrm>
              <a:off x="769680" y="5359320"/>
              <a:ext cx="37080" cy="22140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" name="CustomShape 13"/>
            <p:cNvSpPr/>
            <p:nvPr/>
          </p:nvSpPr>
          <p:spPr>
            <a:xfrm>
              <a:off x="849960" y="6244560"/>
              <a:ext cx="238320" cy="622080"/>
            </a:xfrm>
            <a:custGeom>
              <a:avLst/>
              <a:gdLst/>
              <a:ahLst/>
              <a:rect l="l" t="t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" name="Group 14"/>
          <p:cNvGrpSpPr/>
          <p:nvPr/>
        </p:nvGrpSpPr>
        <p:grpSpPr>
          <a:xfrm>
            <a:off x="27360" y="-720"/>
            <a:ext cx="2356200" cy="6853680"/>
            <a:chOff x="27360" y="-720"/>
            <a:chExt cx="2356200" cy="6853680"/>
          </a:xfrm>
        </p:grpSpPr>
        <p:sp>
          <p:nvSpPr>
            <p:cNvPr id="14" name="CustomShape 15"/>
            <p:cNvSpPr/>
            <p:nvPr/>
          </p:nvSpPr>
          <p:spPr>
            <a:xfrm>
              <a:off x="27360" y="-720"/>
              <a:ext cx="493920" cy="4400640"/>
            </a:xfrm>
            <a:custGeom>
              <a:avLst/>
              <a:gdLst/>
              <a:ahLst/>
              <a:rect l="l" t="t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" name="CustomShape 16"/>
            <p:cNvSpPr/>
            <p:nvPr/>
          </p:nvSpPr>
          <p:spPr>
            <a:xfrm>
              <a:off x="550440" y="4316400"/>
              <a:ext cx="423000" cy="1580400"/>
            </a:xfrm>
            <a:custGeom>
              <a:avLst/>
              <a:gdLst/>
              <a:ahLst/>
              <a:rect l="l" t="t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" name="CustomShape 17"/>
            <p:cNvSpPr/>
            <p:nvPr/>
          </p:nvSpPr>
          <p:spPr>
            <a:xfrm>
              <a:off x="1006200" y="5862600"/>
              <a:ext cx="430560" cy="990360"/>
            </a:xfrm>
            <a:custGeom>
              <a:avLst/>
              <a:gdLst/>
              <a:ahLst/>
              <a:rect l="l" t="t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" name="CustomShape 18"/>
            <p:cNvSpPr/>
            <p:nvPr/>
          </p:nvSpPr>
          <p:spPr>
            <a:xfrm>
              <a:off x="521640" y="4364280"/>
              <a:ext cx="551520" cy="2235600"/>
            </a:xfrm>
            <a:custGeom>
              <a:avLst/>
              <a:gdLst/>
              <a:ahLst/>
              <a:rect l="l" t="t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" name="CustomShape 19"/>
            <p:cNvSpPr/>
            <p:nvPr/>
          </p:nvSpPr>
          <p:spPr>
            <a:xfrm>
              <a:off x="468000" y="1289160"/>
              <a:ext cx="173880" cy="3026880"/>
            </a:xfrm>
            <a:custGeom>
              <a:avLst/>
              <a:gdLst/>
              <a:ahLst/>
              <a:rect l="l" t="t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" name="CustomShape 20"/>
            <p:cNvSpPr/>
            <p:nvPr/>
          </p:nvSpPr>
          <p:spPr>
            <a:xfrm>
              <a:off x="1111680" y="6571440"/>
              <a:ext cx="133920" cy="281160"/>
            </a:xfrm>
            <a:custGeom>
              <a:avLst/>
              <a:gdLst/>
              <a:ahLst/>
              <a:rect l="l" t="t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" name="CustomShape 21"/>
            <p:cNvSpPr/>
            <p:nvPr/>
          </p:nvSpPr>
          <p:spPr>
            <a:xfrm>
              <a:off x="502560" y="4107600"/>
              <a:ext cx="82080" cy="51120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" name="CustomShape 22"/>
            <p:cNvSpPr/>
            <p:nvPr/>
          </p:nvSpPr>
          <p:spPr>
            <a:xfrm>
              <a:off x="973800" y="3145680"/>
              <a:ext cx="1409760" cy="2716560"/>
            </a:xfrm>
            <a:custGeom>
              <a:avLst/>
              <a:gdLst/>
              <a:ahLst/>
              <a:rect l="l" t="t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" name="CustomShape 23"/>
            <p:cNvSpPr/>
            <p:nvPr/>
          </p:nvSpPr>
          <p:spPr>
            <a:xfrm>
              <a:off x="1073520" y="6600240"/>
              <a:ext cx="120240" cy="252720"/>
            </a:xfrm>
            <a:custGeom>
              <a:avLst/>
              <a:gdLst/>
              <a:ahLst/>
              <a:rect l="l" t="t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" name="CustomShape 24"/>
            <p:cNvSpPr/>
            <p:nvPr/>
          </p:nvSpPr>
          <p:spPr>
            <a:xfrm>
              <a:off x="973800" y="5897160"/>
              <a:ext cx="137520" cy="673920"/>
            </a:xfrm>
            <a:custGeom>
              <a:avLst/>
              <a:gdLst/>
              <a:ahLst/>
              <a:rect l="l" t="t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" name="CustomShape 25"/>
            <p:cNvSpPr/>
            <p:nvPr/>
          </p:nvSpPr>
          <p:spPr>
            <a:xfrm>
              <a:off x="973800" y="5772600"/>
              <a:ext cx="37800" cy="22752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" name="CustomShape 26"/>
            <p:cNvSpPr/>
            <p:nvPr/>
          </p:nvSpPr>
          <p:spPr>
            <a:xfrm>
              <a:off x="1006200" y="6322680"/>
              <a:ext cx="210240" cy="530280"/>
            </a:xfrm>
            <a:custGeom>
              <a:avLst/>
              <a:gdLst/>
              <a:ahLst/>
              <a:rect l="l" t="t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6" name="CustomShape 27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0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" name="PlaceHolder 28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5040" cy="2262600"/>
          </a:xfrm>
          <a:prstGeom prst="rect">
            <a:avLst/>
          </a:prstGeom>
        </p:spPr>
        <p:txBody>
          <a:bodyPr anchor="b">
            <a:normAutofit/>
          </a:bodyPr>
          <a:p>
            <a:pPr>
              <a:lnSpc>
                <a:spcPct val="100000"/>
              </a:lnSpc>
            </a:pPr>
            <a:r>
              <a:rPr b="0" lang="en-US" sz="5400" spc="-1" strike="noStrike">
                <a:solidFill>
                  <a:srgbClr val="262626"/>
                </a:solidFill>
                <a:latin typeface="Century Gothic"/>
              </a:rPr>
              <a:t>Click to edit Master title style</a:t>
            </a:r>
            <a:endParaRPr b="0" lang="en-US" sz="54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8" name="PlaceHolder 29"/>
          <p:cNvSpPr>
            <a:spLocks noGrp="1"/>
          </p:cNvSpPr>
          <p:nvPr>
            <p:ph type="dt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CA05D9DE-C100-4C53-8D1C-E1FF3BC884C8}" type="datetime">
              <a:rPr b="0" lang="en-IN" sz="900" spc="-1" strike="noStrike">
                <a:solidFill>
                  <a:srgbClr val="8b8b8b"/>
                </a:solidFill>
                <a:latin typeface="Century Gothic"/>
              </a:rPr>
              <a:t>20/09/25</a:t>
            </a:fld>
            <a:endParaRPr b="0" lang="en-IN" sz="900" spc="-1" strike="noStrike">
              <a:latin typeface="Times New Roman"/>
            </a:endParaRPr>
          </a:p>
        </p:txBody>
      </p:sp>
      <p:sp>
        <p:nvSpPr>
          <p:cNvPr id="29" name="PlaceHolder 30"/>
          <p:cNvSpPr>
            <a:spLocks noGrp="1"/>
          </p:cNvSpPr>
          <p:nvPr>
            <p:ph type="ftr"/>
          </p:nvPr>
        </p:nvSpPr>
        <p:spPr>
          <a:xfrm>
            <a:off x="2589120" y="6135840"/>
            <a:ext cx="761976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30" name="CustomShape 31"/>
          <p:cNvSpPr/>
          <p:nvPr/>
        </p:nvSpPr>
        <p:spPr>
          <a:xfrm>
            <a:off x="0" y="4323960"/>
            <a:ext cx="1744200" cy="778320"/>
          </a:xfrm>
          <a:custGeom>
            <a:avLst/>
            <a:gdLst/>
            <a:ahLst/>
            <a:rect l="l" t="t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" name="PlaceHolder 32"/>
          <p:cNvSpPr>
            <a:spLocks noGrp="1"/>
          </p:cNvSpPr>
          <p:nvPr>
            <p:ph type="sldNum"/>
          </p:nvPr>
        </p:nvSpPr>
        <p:spPr>
          <a:xfrm>
            <a:off x="531720" y="4529520"/>
            <a:ext cx="77940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7FE5088F-2695-48E1-8BA9-5A43A11A1F19}" type="slidenum">
              <a:rPr b="0" lang="en-IN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IN" sz="2000" spc="-1" strike="noStrike">
              <a:latin typeface="Times New Roman"/>
            </a:endParaRPr>
          </a:p>
        </p:txBody>
      </p:sp>
      <p:sp>
        <p:nvSpPr>
          <p:cNvPr id="32" name="PlaceHolder 3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Click to edit the outline text format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404040"/>
                </a:solidFill>
                <a:latin typeface="Century Gothic"/>
              </a:rPr>
              <a:t>Second Outline Level</a:t>
            </a:r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404040"/>
                </a:solidFill>
                <a:latin typeface="Century Gothic"/>
              </a:rPr>
              <a:t>Third Outline Level</a:t>
            </a: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404040"/>
                </a:solidFill>
                <a:latin typeface="Century Gothic"/>
              </a:rPr>
              <a:t>Fourth Outline Level</a:t>
            </a: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Fifth Outline Level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Sixth Outline Level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Seventh Outline Level</a:t>
            </a:r>
            <a:endParaRPr b="0" lang="en-US" sz="20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1"/>
          <p:cNvGrpSpPr/>
          <p:nvPr/>
        </p:nvGrpSpPr>
        <p:grpSpPr>
          <a:xfrm>
            <a:off x="0" y="228600"/>
            <a:ext cx="2851200" cy="6638400"/>
            <a:chOff x="0" y="228600"/>
            <a:chExt cx="2851200" cy="6638400"/>
          </a:xfrm>
        </p:grpSpPr>
        <p:sp>
          <p:nvSpPr>
            <p:cNvPr id="70" name="CustomShape 2"/>
            <p:cNvSpPr/>
            <p:nvPr/>
          </p:nvSpPr>
          <p:spPr>
            <a:xfrm>
              <a:off x="0" y="2575080"/>
              <a:ext cx="100440" cy="625680"/>
            </a:xfrm>
            <a:custGeom>
              <a:avLst/>
              <a:gdLst/>
              <a:ahLst/>
              <a:rect l="l" t="t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" name="CustomShape 3"/>
            <p:cNvSpPr/>
            <p:nvPr/>
          </p:nvSpPr>
          <p:spPr>
            <a:xfrm>
              <a:off x="128520" y="3156480"/>
              <a:ext cx="646200" cy="2322000"/>
            </a:xfrm>
            <a:custGeom>
              <a:avLst/>
              <a:gdLst/>
              <a:ahLst/>
              <a:rect l="l" t="t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" name="CustomShape 4"/>
            <p:cNvSpPr/>
            <p:nvPr/>
          </p:nvSpPr>
          <p:spPr>
            <a:xfrm>
              <a:off x="807120" y="5447160"/>
              <a:ext cx="609120" cy="1419840"/>
            </a:xfrm>
            <a:custGeom>
              <a:avLst/>
              <a:gdLst/>
              <a:ahLst/>
              <a:rect l="l" t="t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" name="CustomShape 5"/>
            <p:cNvSpPr/>
            <p:nvPr/>
          </p:nvSpPr>
          <p:spPr>
            <a:xfrm>
              <a:off x="959760" y="6503760"/>
              <a:ext cx="171000" cy="363240"/>
            </a:xfrm>
            <a:custGeom>
              <a:avLst/>
              <a:gdLst/>
              <a:ahLst/>
              <a:rect l="l" t="t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" name="CustomShape 6"/>
            <p:cNvSpPr/>
            <p:nvPr/>
          </p:nvSpPr>
          <p:spPr>
            <a:xfrm>
              <a:off x="100800" y="3201120"/>
              <a:ext cx="821520" cy="3328200"/>
            </a:xfrm>
            <a:custGeom>
              <a:avLst/>
              <a:gdLst/>
              <a:ahLst/>
              <a:rect l="l" t="t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" name="CustomShape 7"/>
            <p:cNvSpPr/>
            <p:nvPr/>
          </p:nvSpPr>
          <p:spPr>
            <a:xfrm>
              <a:off x="22320" y="228600"/>
              <a:ext cx="105840" cy="2927520"/>
            </a:xfrm>
            <a:custGeom>
              <a:avLst/>
              <a:gdLst/>
              <a:ahLst/>
              <a:rect l="l" t="t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" name="CustomShape 8"/>
            <p:cNvSpPr/>
            <p:nvPr/>
          </p:nvSpPr>
          <p:spPr>
            <a:xfrm>
              <a:off x="78120" y="2944080"/>
              <a:ext cx="77760" cy="49356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" name="CustomShape 9"/>
            <p:cNvSpPr/>
            <p:nvPr/>
          </p:nvSpPr>
          <p:spPr>
            <a:xfrm>
              <a:off x="769680" y="5478840"/>
              <a:ext cx="189720" cy="1024560"/>
            </a:xfrm>
            <a:custGeom>
              <a:avLst/>
              <a:gdLst/>
              <a:ahLst/>
              <a:rect l="l" t="t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" name="CustomShape 10"/>
            <p:cNvSpPr/>
            <p:nvPr/>
          </p:nvSpPr>
          <p:spPr>
            <a:xfrm>
              <a:off x="775440" y="1398960"/>
              <a:ext cx="2075760" cy="4047840"/>
            </a:xfrm>
            <a:custGeom>
              <a:avLst/>
              <a:gdLst/>
              <a:ahLst/>
              <a:rect l="l" t="t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" name="CustomShape 11"/>
            <p:cNvSpPr/>
            <p:nvPr/>
          </p:nvSpPr>
          <p:spPr>
            <a:xfrm>
              <a:off x="922680" y="6530040"/>
              <a:ext cx="161640" cy="336960"/>
            </a:xfrm>
            <a:custGeom>
              <a:avLst/>
              <a:gdLst/>
              <a:ahLst/>
              <a:rect l="l" t="t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" name="CustomShape 12"/>
            <p:cNvSpPr/>
            <p:nvPr/>
          </p:nvSpPr>
          <p:spPr>
            <a:xfrm>
              <a:off x="769680" y="5359320"/>
              <a:ext cx="37080" cy="22140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" name="CustomShape 13"/>
            <p:cNvSpPr/>
            <p:nvPr/>
          </p:nvSpPr>
          <p:spPr>
            <a:xfrm>
              <a:off x="849960" y="6244560"/>
              <a:ext cx="238320" cy="622080"/>
            </a:xfrm>
            <a:custGeom>
              <a:avLst/>
              <a:gdLst/>
              <a:ahLst/>
              <a:rect l="l" t="t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2" name="Group 14"/>
          <p:cNvGrpSpPr/>
          <p:nvPr/>
        </p:nvGrpSpPr>
        <p:grpSpPr>
          <a:xfrm>
            <a:off x="27360" y="-720"/>
            <a:ext cx="2356200" cy="6853680"/>
            <a:chOff x="27360" y="-720"/>
            <a:chExt cx="2356200" cy="6853680"/>
          </a:xfrm>
        </p:grpSpPr>
        <p:sp>
          <p:nvSpPr>
            <p:cNvPr id="83" name="CustomShape 15"/>
            <p:cNvSpPr/>
            <p:nvPr/>
          </p:nvSpPr>
          <p:spPr>
            <a:xfrm>
              <a:off x="27360" y="-720"/>
              <a:ext cx="493920" cy="4400640"/>
            </a:xfrm>
            <a:custGeom>
              <a:avLst/>
              <a:gdLst/>
              <a:ahLst/>
              <a:rect l="l" t="t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CustomShape 16"/>
            <p:cNvSpPr/>
            <p:nvPr/>
          </p:nvSpPr>
          <p:spPr>
            <a:xfrm>
              <a:off x="550440" y="4316400"/>
              <a:ext cx="423000" cy="1580400"/>
            </a:xfrm>
            <a:custGeom>
              <a:avLst/>
              <a:gdLst/>
              <a:ahLst/>
              <a:rect l="l" t="t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" name="CustomShape 17"/>
            <p:cNvSpPr/>
            <p:nvPr/>
          </p:nvSpPr>
          <p:spPr>
            <a:xfrm>
              <a:off x="1006200" y="5862600"/>
              <a:ext cx="430560" cy="990360"/>
            </a:xfrm>
            <a:custGeom>
              <a:avLst/>
              <a:gdLst/>
              <a:ahLst/>
              <a:rect l="l" t="t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" name="CustomShape 18"/>
            <p:cNvSpPr/>
            <p:nvPr/>
          </p:nvSpPr>
          <p:spPr>
            <a:xfrm>
              <a:off x="521640" y="4364280"/>
              <a:ext cx="551520" cy="2235600"/>
            </a:xfrm>
            <a:custGeom>
              <a:avLst/>
              <a:gdLst/>
              <a:ahLst/>
              <a:rect l="l" t="t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CustomShape 19"/>
            <p:cNvSpPr/>
            <p:nvPr/>
          </p:nvSpPr>
          <p:spPr>
            <a:xfrm>
              <a:off x="468000" y="1289160"/>
              <a:ext cx="173880" cy="3026880"/>
            </a:xfrm>
            <a:custGeom>
              <a:avLst/>
              <a:gdLst/>
              <a:ahLst/>
              <a:rect l="l" t="t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" name="CustomShape 20"/>
            <p:cNvSpPr/>
            <p:nvPr/>
          </p:nvSpPr>
          <p:spPr>
            <a:xfrm>
              <a:off x="1111680" y="6571440"/>
              <a:ext cx="133920" cy="281160"/>
            </a:xfrm>
            <a:custGeom>
              <a:avLst/>
              <a:gdLst/>
              <a:ahLst/>
              <a:rect l="l" t="t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" name="CustomShape 21"/>
            <p:cNvSpPr/>
            <p:nvPr/>
          </p:nvSpPr>
          <p:spPr>
            <a:xfrm>
              <a:off x="502560" y="4107600"/>
              <a:ext cx="82080" cy="51120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" name="CustomShape 22"/>
            <p:cNvSpPr/>
            <p:nvPr/>
          </p:nvSpPr>
          <p:spPr>
            <a:xfrm>
              <a:off x="973800" y="3145680"/>
              <a:ext cx="1409760" cy="2716560"/>
            </a:xfrm>
            <a:custGeom>
              <a:avLst/>
              <a:gdLst/>
              <a:ahLst/>
              <a:rect l="l" t="t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" name="CustomShape 23"/>
            <p:cNvSpPr/>
            <p:nvPr/>
          </p:nvSpPr>
          <p:spPr>
            <a:xfrm>
              <a:off x="1073520" y="6600240"/>
              <a:ext cx="120240" cy="252720"/>
            </a:xfrm>
            <a:custGeom>
              <a:avLst/>
              <a:gdLst/>
              <a:ahLst/>
              <a:rect l="l" t="t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" name="CustomShape 24"/>
            <p:cNvSpPr/>
            <p:nvPr/>
          </p:nvSpPr>
          <p:spPr>
            <a:xfrm>
              <a:off x="973800" y="5897160"/>
              <a:ext cx="137520" cy="673920"/>
            </a:xfrm>
            <a:custGeom>
              <a:avLst/>
              <a:gdLst/>
              <a:ahLst/>
              <a:rect l="l" t="t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" name="CustomShape 25"/>
            <p:cNvSpPr/>
            <p:nvPr/>
          </p:nvSpPr>
          <p:spPr>
            <a:xfrm>
              <a:off x="973800" y="5772600"/>
              <a:ext cx="37800" cy="22752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" name="CustomShape 26"/>
            <p:cNvSpPr/>
            <p:nvPr/>
          </p:nvSpPr>
          <p:spPr>
            <a:xfrm>
              <a:off x="1006200" y="6322680"/>
              <a:ext cx="210240" cy="530280"/>
            </a:xfrm>
            <a:custGeom>
              <a:avLst/>
              <a:gdLst/>
              <a:ahLst/>
              <a:rect l="l" t="t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5" name="CustomShape 27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0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6" name="PlaceHolder 28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97" name="PlaceHolder 29"/>
          <p:cNvSpPr>
            <a:spLocks noGrp="1"/>
          </p:cNvSpPr>
          <p:nvPr>
            <p:ph type="body"/>
          </p:nvPr>
        </p:nvSpPr>
        <p:spPr>
          <a:xfrm>
            <a:off x="2589120" y="2133720"/>
            <a:ext cx="8915040" cy="3777120"/>
          </a:xfrm>
          <a:prstGeom prst="rect">
            <a:avLst/>
          </a:prstGeom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Click to edit Master text styles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en-US" sz="1600" spc="-1" strike="noStrike">
                <a:solidFill>
                  <a:srgbClr val="404040"/>
                </a:solidFill>
                <a:latin typeface="Century Gothic"/>
              </a:rPr>
              <a:t>Second level</a:t>
            </a:r>
            <a:endParaRPr b="0" lang="en-US" sz="1600" spc="-1" strike="noStrike">
              <a:solidFill>
                <a:srgbClr val="404040"/>
              </a:solidFill>
              <a:latin typeface="Century Gothic"/>
            </a:endParaRPr>
          </a:p>
          <a:p>
            <a:pPr lvl="2" marL="1143000" indent="-22824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en-US" sz="1400" spc="-1" strike="noStrike">
                <a:solidFill>
                  <a:srgbClr val="404040"/>
                </a:solidFill>
                <a:latin typeface="Century Gothic"/>
              </a:rPr>
              <a:t>Third level</a:t>
            </a:r>
            <a:endParaRPr b="0" lang="en-US" sz="1400" spc="-1" strike="noStrike">
              <a:solidFill>
                <a:srgbClr val="404040"/>
              </a:solidFill>
              <a:latin typeface="Century Gothic"/>
            </a:endParaRPr>
          </a:p>
          <a:p>
            <a:pPr lvl="3" marL="1600200" indent="-22824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en-US" sz="1200" spc="-1" strike="noStrike">
                <a:solidFill>
                  <a:srgbClr val="404040"/>
                </a:solidFill>
                <a:latin typeface="Century Gothic"/>
              </a:rPr>
              <a:t>Fourth level</a:t>
            </a: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  <a:p>
            <a:pPr lvl="4" marL="2057400" indent="-22824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en-US" sz="1200" spc="-1" strike="noStrike">
                <a:solidFill>
                  <a:srgbClr val="404040"/>
                </a:solidFill>
                <a:latin typeface="Century Gothic"/>
              </a:rPr>
              <a:t>Fifth level</a:t>
            </a:r>
            <a:endParaRPr b="0" lang="en-US" sz="120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98" name="PlaceHolder 30"/>
          <p:cNvSpPr>
            <a:spLocks noGrp="1"/>
          </p:cNvSpPr>
          <p:nvPr>
            <p:ph type="dt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315F9F4E-D3C5-42EF-AC3B-E2421BE14789}" type="datetime">
              <a:rPr b="0" lang="en-IN" sz="900" spc="-1" strike="noStrike">
                <a:solidFill>
                  <a:srgbClr val="8b8b8b"/>
                </a:solidFill>
                <a:latin typeface="Century Gothic"/>
              </a:rPr>
              <a:t>20/09/25</a:t>
            </a:fld>
            <a:endParaRPr b="0" lang="en-IN" sz="900" spc="-1" strike="noStrike">
              <a:latin typeface="Times New Roman"/>
            </a:endParaRPr>
          </a:p>
        </p:txBody>
      </p:sp>
      <p:sp>
        <p:nvSpPr>
          <p:cNvPr id="99" name="PlaceHolder 31"/>
          <p:cNvSpPr>
            <a:spLocks noGrp="1"/>
          </p:cNvSpPr>
          <p:nvPr>
            <p:ph type="ftr"/>
          </p:nvPr>
        </p:nvSpPr>
        <p:spPr>
          <a:xfrm>
            <a:off x="2589120" y="6135840"/>
            <a:ext cx="761976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100" name="CustomShape 32"/>
          <p:cNvSpPr/>
          <p:nvPr/>
        </p:nvSpPr>
        <p:spPr>
          <a:xfrm flipV="1">
            <a:off x="-3960" y="713880"/>
            <a:ext cx="1588320" cy="506880"/>
          </a:xfrm>
          <a:custGeom>
            <a:avLst/>
            <a:gdLst/>
            <a:ah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PlaceHolder 33"/>
          <p:cNvSpPr>
            <a:spLocks noGrp="1"/>
          </p:cNvSpPr>
          <p:nvPr>
            <p:ph type="sldNum"/>
          </p:nvPr>
        </p:nvSpPr>
        <p:spPr>
          <a:xfrm>
            <a:off x="531720" y="787680"/>
            <a:ext cx="77940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A1C24B99-5CF5-42BC-B8E5-13915461E471}" type="slidenum">
              <a:rPr b="0" lang="en-IN" sz="2000" spc="-1" strike="noStrike">
                <a:solidFill>
                  <a:srgbClr val="feffff"/>
                </a:solidFill>
                <a:latin typeface="Century Gothic"/>
              </a:rPr>
              <a:t>1</a:t>
            </a:fld>
            <a:endParaRPr b="0" lang="en-IN" sz="2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 txBox="1"/>
          <p:nvPr/>
        </p:nvSpPr>
        <p:spPr>
          <a:xfrm>
            <a:off x="2589120" y="2514600"/>
            <a:ext cx="8915040" cy="226260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</a:pPr>
            <a:r>
              <a:rPr b="0" lang="en-US" sz="5400" spc="-1" strike="noStrike">
                <a:solidFill>
                  <a:srgbClr val="262626"/>
                </a:solidFill>
                <a:latin typeface="Century Gothic"/>
              </a:rPr>
              <a:t>FSAD – CS 04</a:t>
            </a:r>
            <a:endParaRPr b="0" lang="en-US" sz="54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9" name="TextShape 2"/>
          <p:cNvSpPr txBox="1"/>
          <p:nvPr/>
        </p:nvSpPr>
        <p:spPr>
          <a:xfrm>
            <a:off x="2589120" y="4777200"/>
            <a:ext cx="8915040" cy="1126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IN" sz="1800" spc="-1" strike="noStrike">
                <a:solidFill>
                  <a:srgbClr val="595959"/>
                </a:solidFill>
                <a:latin typeface="Century Gothic"/>
              </a:rPr>
              <a:t>Course : – REST Api – Module 04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Shape 1"/>
          <p:cNvSpPr txBox="1"/>
          <p:nvPr/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Agenda - DEMOS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1" name="TextShape 2"/>
          <p:cNvSpPr txBox="1"/>
          <p:nvPr/>
        </p:nvSpPr>
        <p:spPr>
          <a:xfrm>
            <a:off x="2589120" y="2133720"/>
            <a:ext cx="8915040" cy="3777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1) REST Api – CRUD – SpringBoot – SpringDataJPA – </a:t>
            </a:r>
            <a:r>
              <a:rPr b="1" lang="en-US" sz="1800" spc="-1" strike="noStrike">
                <a:solidFill>
                  <a:srgbClr val="404040"/>
                </a:solidFill>
                <a:latin typeface="Century Gothic"/>
              </a:rPr>
              <a:t>Post REST WebServices Intro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2) Swagger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3) Recap – React Sending Request to RESTAPI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4) Web Hook – Basic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5) WebSocket – Basic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Web Services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3" name="TextShape 2"/>
          <p:cNvSpPr txBox="1"/>
          <p:nvPr/>
        </p:nvSpPr>
        <p:spPr>
          <a:xfrm>
            <a:off x="2589120" y="2133720"/>
            <a:ext cx="8915040" cy="20293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Web Services are basically Implementation of Service Oriented Architecture Style - SOA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SOA – Promotes Service based Apps returning Resources to Clients using simple Protocol such as Http through end-points.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But also promotes Interoperability hence Web Services  are 100% Interoperable</a:t>
            </a:r>
            <a:endParaRPr b="0" lang="en-US" sz="1800" spc="-1" strike="noStrike">
              <a:solidFill>
                <a:srgbClr val="40404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 txBox="1"/>
          <p:nvPr/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Web Services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1037123677"/>
              </p:ext>
            </p:extLst>
          </p:nvPr>
        </p:nvGraphicFramePr>
        <p:xfrm>
          <a:off x="2589120" y="2133720"/>
          <a:ext cx="8915040" cy="37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Shape 1"/>
          <p:cNvSpPr txBox="1"/>
          <p:nvPr/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What is REST?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146" name="Content Placeholder 3" descr=""/>
          <p:cNvPicPr/>
          <p:nvPr/>
        </p:nvPicPr>
        <p:blipFill>
          <a:blip r:embed="rId1"/>
          <a:stretch/>
        </p:blipFill>
        <p:spPr>
          <a:xfrm>
            <a:off x="2589120" y="2144160"/>
            <a:ext cx="8915040" cy="3756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Shape 1"/>
          <p:cNvSpPr txBox="1"/>
          <p:nvPr/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Maturity Model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148" name="Picture 3" descr=""/>
          <p:cNvPicPr/>
          <p:nvPr/>
        </p:nvPicPr>
        <p:blipFill>
          <a:blip r:embed="rId1"/>
          <a:stretch/>
        </p:blipFill>
        <p:spPr>
          <a:xfrm>
            <a:off x="2520000" y="1977480"/>
            <a:ext cx="8911440" cy="4427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Shape 1"/>
          <p:cNvSpPr txBox="1"/>
          <p:nvPr/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Http Methods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150" name="Content Placeholder 3" descr=""/>
          <p:cNvPicPr/>
          <p:nvPr/>
        </p:nvPicPr>
        <p:blipFill>
          <a:blip r:embed="rId1"/>
          <a:stretch/>
        </p:blipFill>
        <p:spPr>
          <a:xfrm>
            <a:off x="2589120" y="2355840"/>
            <a:ext cx="8915040" cy="33336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Content Placeholder 3" descr=""/>
          <p:cNvPicPr/>
          <p:nvPr/>
        </p:nvPicPr>
        <p:blipFill>
          <a:blip r:embed="rId1"/>
          <a:stretch/>
        </p:blipFill>
        <p:spPr>
          <a:xfrm>
            <a:off x="3074760" y="1894680"/>
            <a:ext cx="7616160" cy="4079880"/>
          </a:xfrm>
          <a:prstGeom prst="rect">
            <a:avLst/>
          </a:prstGeom>
          <a:ln>
            <a:noFill/>
          </a:ln>
        </p:spPr>
      </p:pic>
      <p:sp>
        <p:nvSpPr>
          <p:cNvPr id="152" name="TextShape 1"/>
          <p:cNvSpPr txBox="1"/>
          <p:nvPr/>
        </p:nvSpPr>
        <p:spPr>
          <a:xfrm>
            <a:off x="2592360" y="623880"/>
            <a:ext cx="8911800" cy="12808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Http Methods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Shape 1"/>
          <p:cNvSpPr txBox="1"/>
          <p:nvPr/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SpringBoot RESTful Web Services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154" name="Content Placeholder 3" descr=""/>
          <p:cNvPicPr/>
          <p:nvPr/>
        </p:nvPicPr>
        <p:blipFill>
          <a:blip r:embed="rId1"/>
          <a:stretch/>
        </p:blipFill>
        <p:spPr>
          <a:xfrm>
            <a:off x="2593080" y="2110680"/>
            <a:ext cx="8911440" cy="43941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Shape 1"/>
          <p:cNvSpPr txBox="1"/>
          <p:nvPr/>
        </p:nvSpPr>
        <p:spPr>
          <a:xfrm>
            <a:off x="2320560" y="306576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Thank You</a:t>
            </a:r>
            <a:endParaRPr b="0" lang="en-US" sz="3600" spc="-1" strike="noStrike">
              <a:solidFill>
                <a:srgbClr val="000000"/>
              </a:solidFill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546</TotalTime>
  <Application>Neat_Office/6.2.8.2$Windows_x86 LibreOffice_project/</Application>
  <Words>149</Words>
  <Paragraphs>31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2025-01-30T20:26:38Z</dcterms:created>
  <dc:creator>R ChandraShekar ..</dc:creator>
  <dc:description/>
  <dc:language>en-IN</dc:language>
  <cp:lastModifiedBy/>
  <dcterms:modified xsi:type="dcterms:W3CDTF">2025-09-20T15:53:06Z</dcterms:modified>
  <cp:revision>50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10</vt:i4>
  </property>
</Properties>
</file>